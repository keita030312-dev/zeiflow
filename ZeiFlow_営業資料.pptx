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3749040" y="1097280"/>
            <a:ext cx="1645920" cy="1645920"/>
          </a:xfrm>
          <a:prstGeom prst="rect">
            <a:avLst>
              <a:gd name="adj" fmla="val 8333"/>
            </a:avLst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3749040" y="10972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ZeiFlow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税理士事務所向け AI仕訳管理システム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レシート撮影から会計ソフト連携までワンストップで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こんなお悩みありませんか？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レシート・領収書の手入力に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時間がかかる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64008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760720" y="1371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顧問先からのレシート回収が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64008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32918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スタッフの仕訳ミスが多い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9319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64008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760720" y="32918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インボイス登録番号の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確認が大変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ZeiFlowとは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64008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18872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AIがレシートを自動読み取り・自動仕訳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03120"/>
            <a:ext cx="64008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031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10312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顧問先がスマホから直接レシートを送信できる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17520"/>
            <a:ext cx="64008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175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01752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使うほどAIが学習し、事務所の仕訳ルールに最適化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931920"/>
            <a:ext cx="64008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319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393192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弥生会計・マネーフォワード・freee対応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主な機能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AI自動仕訳（Claude Vision）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97280"/>
            <a:ext cx="265176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34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インボイス登録番号の自動読み取り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517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097280"/>
            <a:ext cx="265176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234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クライアントポータル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26517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77440"/>
            <a:ext cx="265176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146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仕訳ナレッジ（PDF/CSVでルール登録）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377440"/>
            <a:ext cx="26517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2377440"/>
            <a:ext cx="265176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5146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AI学習（確定するだけで自動学習）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377440"/>
            <a:ext cx="26517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377440"/>
            <a:ext cx="265176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5146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CSV出力（弥生/MF/freee）・PDF帳票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26517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57600"/>
            <a:ext cx="265176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94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顧客別分析・ダッシュボード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3657600"/>
            <a:ext cx="26517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657600"/>
            <a:ext cx="265176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794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チーム管理（複数スタッフ対応）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3657600"/>
            <a:ext cx="26517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3657600"/>
            <a:ext cx="265176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794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二要素認証・監査ログ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3ステップで完結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46304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レシートを撮影・送信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スマホで撮影するだけ。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複数枚の一括アップロードも可能。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188720"/>
            <a:ext cx="265176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146304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6616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AIが自動で仕訳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3246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金額・日付・登録番号を自動読取。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適切な勘定科目に自動分類。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18872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188720"/>
            <a:ext cx="265176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Shape 18"/>
          <p:cNvSpPr/>
          <p:nvPr/>
        </p:nvSpPr>
        <p:spPr>
          <a:xfrm>
            <a:off x="7178040" y="146304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9224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確認して確定→CSV出力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3246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仕訳を確認・確定。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弥生/MF/freee形式でCSV出力。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クライアントポータル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顧問先との連携を劇的に効率化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64008" cy="1463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リンク発行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顧問先ごとに専用リンクを発行するだけ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64008" cy="1463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ログイン不要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顧問先はアカウント不要でスマホからレシート送信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64008" cy="1463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AI自動仕訳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送信されたレシートは自動でAI仕訳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00400"/>
            <a:ext cx="64008" cy="1463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仕訳確認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840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顧問先が自分の仕訳を確認・確定できる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AI学習機能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使えば使うほど精度が向上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摘要パターン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「○○ ご飲食代」→ 会議費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同じ店名なら同じ科目で自動仕訳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39319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キーワードパターン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「飲食」を含む → 会議費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「タクシー」→ 旅費交通費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39319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83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金額帯パターン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5,000円以下 → 会議費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5,000円超 → 接待交際費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39319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00400"/>
            <a:ext cx="39319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383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ナレッジ登録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仕訳帳PDFをアップするだけで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事務所独自のルールをAIに教育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セキュリティ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280160"/>
            <a:ext cx="411480" cy="4114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11887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二要素認証（TOTP）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1920240"/>
            <a:ext cx="6400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54480" y="2011680"/>
            <a:ext cx="411480" cy="4114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4560" y="192024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全操作の監査ログ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2651760"/>
            <a:ext cx="6400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54480" y="2743200"/>
            <a:ext cx="411480" cy="4114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26517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組織ごとのデータ完全分離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3383280"/>
            <a:ext cx="6400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54480" y="3474720"/>
            <a:ext cx="411480" cy="4114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4560" y="33832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HTTPS暗号化通信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71600" y="4114800"/>
            <a:ext cx="6400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54480" y="4206240"/>
            <a:ext cx="411480" cy="4114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194560" y="41148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レート制限（不正アクセス防止）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料金プラン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初期導入費用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30万円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（税別）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アカウント設定・初期データ移行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APIキー設定サポート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操作説明・トレーニング（2時間）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3931920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月額利用料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2万円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（税別/月）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8346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全機能利用可能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クライアントポータル無制限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チームメンバー無制限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メール・チャットサポート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※AI処理費用（Anthropic API）は事務所負担（レシート1枚あたり約5〜10円）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導入の流れ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6002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777240" cy="7772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お問い合わせ・デモ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まずはデモでZeiFlowを体験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188720"/>
            <a:ext cx="16002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463040"/>
            <a:ext cx="777240" cy="7772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48840" y="24688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ご契約・初期設定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48840" y="31089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1〜2営業日で設定完了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188720"/>
            <a:ext cx="16002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463040"/>
            <a:ext cx="777240" cy="7772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931920" y="24688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操作説明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1089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トレーニング2時間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1188720"/>
            <a:ext cx="16002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463040"/>
            <a:ext cx="777240" cy="7772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715000" y="24688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運用開始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31089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すぐに使い始められます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1188720"/>
            <a:ext cx="16002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18120" y="1463040"/>
            <a:ext cx="777240" cy="7772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781812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98080" y="24688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サポート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31089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継続的なフィードバック対応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他社比較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機能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ZeiFlow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freee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MFクラウド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AI自動仕訳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</a:rPr>
                        <a:t>○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</a:rPr>
                        <a:t>△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</a:rPr>
                        <a:t>△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クライアントポータル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</a:rPr>
                        <a:t>○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×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×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AI学習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</a:rPr>
                        <a:t>○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×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×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ナレッジ登録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</a:rPr>
                        <a:t>○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×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×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インボイス自動読取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</a:rPr>
                        <a:t>○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C55E"/>
                          </a:solidFill>
                        </a:rPr>
                        <a:t>○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C55E"/>
                          </a:solidFill>
                        </a:rPr>
                        <a:t>○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CSV出力（3社対応）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</a:rPr>
                        <a:t>○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3749040" y="731520"/>
            <a:ext cx="1645920" cy="1645920"/>
          </a:xfrm>
          <a:prstGeom prst="rect">
            <a:avLst>
              <a:gd name="adj" fmla="val 8333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3749040" y="7315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ZeiFlow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まずはデモをお試しください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メール: keita.030312@gmail.com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https://zeiflow.vercel.app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ZeiFlow 営業資料</dc:title>
  <dc:subject>PptxGenJS Presentation</dc:subject>
  <dc:creator>ZeiFlow</dc:creator>
  <cp:lastModifiedBy>ZeiFlow</cp:lastModifiedBy>
  <cp:revision>1</cp:revision>
  <dcterms:created xsi:type="dcterms:W3CDTF">2026-04-15T12:16:55Z</dcterms:created>
  <dcterms:modified xsi:type="dcterms:W3CDTF">2026-04-15T12:16:55Z</dcterms:modified>
</cp:coreProperties>
</file>